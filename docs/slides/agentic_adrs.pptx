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is Agentic ADRS?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Both discover better code. The difference is what you learn along the 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Vanilla ADRS (SkyDiscover / OpenEvolve)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LLM generates code variants, evaluator picks the 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Loop: generate code  &gt;  score it  &gt;  keep winners  &gt;  repeat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LLM is the author — writes mutations and new code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Evaluator is a black-box fitness function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Output: best-scoring code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You learn: what scores highest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You don't learn: why it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Agentic ADRS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AI agents form hypotheses, run experiments, extract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Loop: hypothesize  &gt;  design experiment  &gt;  run  &gt;  analyze  &gt;  extract principle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LLM is the scientist — reasons about why, not just what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Evaluator + AI reviewers validate findings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Output: better code + causal principles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You learn: "KV-cache reuse helps because prefix hit rate &gt; 60%"</a:t>
            </a:r>
          </a:p>
          <a:p>
            <a:pPr>
              <a:spcAft>
                <a:spcPts val="10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rPr dirty="0"/>
              <a:t>Principles compound — each iteration builds on past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Vanilla = optimization.   Agentic = understanding +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is Agentic ADRS?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Vanilla ADRS is like a lab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It tries 1000 combinations, tells you which one scored best.</a:t>
            </a:r>
            <a:br/>
            <a:r>
              <a:t>You still have to figure out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Agentic ADRS is like a research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It says: "I think X will work because Y. Let me test it.</a:t>
            </a:r>
            <a:br/>
            <a:r>
              <a:t>Here's what I found, and what to try next."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143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731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992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Hypotheses before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Vanilla: mutate code randomly and score it</a:t>
            </a:r>
            <a:br/>
            <a:r>
              <a:t>Agentic: form a falsifiable prediction, then design an experiment to test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698480" cy="1143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73152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79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Calibri"/>
              </a:defRPr>
            </a:pPr>
            <a:r>
              <a:t>AI agents as reviewers, not just generators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Vanilla: LLM writes code, evaluator scores it</a:t>
            </a:r>
            <a:br/>
            <a:r>
              <a:t>Agentic: 5 AI reviewers critique the hypothesis, 10 review the findings, self-audit for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1143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73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5595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Principles accumulate across iterations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Vanilla: each iteration is independent — no memory of past reasoning</a:t>
            </a:r>
            <a:br/>
            <a:r>
              <a:t>Agentic: confirmed principles guide future hypotheses — the system gets smarter over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is Agentic ADRS?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Use AI agents to run structured experiments on complex systems — not just optimize, but understand.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07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Vanilla (OpenEvolve / FunSearch)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Agentic ADRS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What the LLM does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Generates code mutations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Forms hypotheses, designs experiments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What gets evaluated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Code fitness score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Whether a prediction was right or wrong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What you get back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Best-scoring code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Best code + causal principles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Memory across iterations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None — each round is fresh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Principles compound over time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Human role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Write fitness function, seed code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Approve hypotheses, validate principles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AI role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Code generator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Scientist (hypothesize, experiment, reason)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Low — black box search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High — every change has a causal chain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Clear objective, need best code fast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Complex systems where understanding matters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OpenEvolve asks: "what code scores highest?"  Agentic ADRS asks: "why does this mechanism work or fail?"  One optimizes. The other understands — and then optimizes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Agentic ADRS vs. Vanilla ADRS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Hypothesis-driven experimentation with AI agents as reviewers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A system with many knobs (routing, scheduling, caching, admission)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A hypothesis: "turning knob X will improve metric Y because of reason Z"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Run the experiment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Learn something — whether the hypothesis was right OR wrong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Extract a principle and feed it into the next iteration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188720"/>
            <a:ext cx="41148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79" y="1188720"/>
            <a:ext cx="731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59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Frame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39" y="1234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what is the baseline/target?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057400"/>
            <a:ext cx="41148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79" y="2057400"/>
            <a:ext cx="73152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59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Design hypotheses bundle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39" y="2103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main + ablation + negative</a:t>
            </a:r>
            <a:br/>
            <a:r>
              <a:t>5 reviewers in parallel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926080"/>
            <a:ext cx="41148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79" y="2926080"/>
            <a:ext cx="73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59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Implement and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9" y="29718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run.sh &amp; analyze.py</a:t>
            </a:r>
            <a:br/>
            <a:r>
              <a:t>10 reviews of findings</a:t>
            </a:r>
            <a:br/>
            <a:r>
              <a:t>self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41148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3794760"/>
            <a:ext cx="731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59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Bayesian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39" y="38404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self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663440"/>
            <a:ext cx="41148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4663440"/>
            <a:ext cx="73152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59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Extract principled &amp; iterate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9" y="47091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confirmed/refuted</a:t>
            </a:r>
            <a:br/>
            <a:r>
              <a:t>guide future iterations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39"/>
            <a:ext cx="1069848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31520" y="4114800"/>
          <a:ext cx="10424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 Evolution (BLIS)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OpenEvolve / FunSearch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Search method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Human-guided hypothesis bundles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LLM-driven evolutionary mutation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Unit of change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 mechanism with causal reasoning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 code diff scored by fitness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Why it works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Falsifiable predictions + causal models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Diversity + selection pressure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Human role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Designs hypotheses, approves experiments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Writes the fitness function, seeds initial code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AI role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Reviews design/code/findings (multi-perspective)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Generates candidate mutations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What you learn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Principles ("KV-util is counterproductive because...")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Better code (but often opaque why)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High — every decision has a causal chain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Low — evolutionary search is a black box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Days per iteration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Hours per iteration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Understanding complex system interactions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Optimizing a clear objective function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31520" y="6446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The fundamental difference: OpenEvolve asks "what code scores highest?" — Strategy Evolution asks "why does this mechanism work or fail?" One optimizes, the other understands.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could be better?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Making it structured: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8503920" cy="2133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Python orchestrator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Human drives each phase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State machine; each step returns structured JSON; orchestrator decides next action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Machine-readable ledger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Prose/markdown history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JSON/YAML per iteration: {hypothesis, prediction, outcome, effect_size, seeds, metrics, principles}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Automated principle checking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Human reads principles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Executable assertions that gate new designs; auto-check against principle DB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Template automation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Manual file creation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CLI scaffolds bundle directory; 5 arm templates + run.sh + analyze.py stubs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Structured scoring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Pass/fail vs threshold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Multi-objective score (effect size + generalizability + mechanism clarity); Pareto-rank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Calibri"/>
              </a:defRPr>
            </a:pPr>
            <a:r>
              <a:t>Ideas to borrow (from SkyDiscover / OpenEvolve):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206240"/>
          <a:ext cx="886968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Idea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Adaptation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Explore/exploit (UCB)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Fixed iteration order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Track per-family discovery rate; UCB allocates next iteration to highest-potential family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Multi-island populations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Single linear track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Parallel mechanism families (routing, scheduling, admission, KV); cross-island migration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Adaptive population mgmt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Manual stop criteria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 consecutive null results = freeze family; contradicted principle = unfocus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Making it generic / replication across codebases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6263640"/>
          <a:ext cx="886968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Adaptive Bayesian budget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Fixed 35-50 evals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Novelty-scaled: similar mechanism = 10 evals warm-started; novel = 50+ evals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Statistical effect sizes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&gt;20% = significant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Cohen's d + confidence intervals for cross-experiment comparison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kind of paper?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Methodology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AI-assisted systems experimentation. It's not a new system, not a new algorithm. It's a new way of using AI agents to systematically explore system design spaces.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Secondary: experience report — "here's what 30 iterations taught us about LLM inference serving, and the methodology that made those discoveries possible."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Key 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1. Discovery efficiency: How many iterations to find the top-k configurations vs. baselines?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2. Principle quality: Do extracted principles generalize to new workloads / systems?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3. Review gate value: What fraction of CRITICAL findings would have caused wrong conclusions if missed?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4. Prediction accuracy over time: Does the methodology improve prediction accuracy as principles accumulate?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6576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Comparison baselines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605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1. Random search: Same budget (30 iterations), pick random configurations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2. Grid search / parameter sweep: Exhaustive search over the same knob space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3. Bayesian optimization alone: scikit-optimize from scratch, no hypothesis structure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4. OpenEvolve / FunSearch: LLM-driven evolutionary search on the same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Venue options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4023360"/>
          <a:ext cx="55778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Venue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Fit</a:t>
                      </a:r>
                    </a:p>
                  </a:txBody>
                  <a:tcPr>
                    <a:solidFill>
                      <a:srgbClr val="0D47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HotOS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Methodology paper about how to do systems research differently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Good — provocative, short format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NSDI / OSDI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If paired with strong BLIS results showing the methodology found configurations that baselines missed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Needs strong empirical results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ICSE / FSE (SE venues)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"AI-assisted software experimentation methodology"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Good fit for the methodology angle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NeurIPS / ICML (workshop)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"LLM agents as research assistants" workshop track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Good for visibility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IEEE Software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Experience report on AI-assisted engineering practices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Good fit, less competitive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AAAI (AI+Systems track)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AI agents doing structured experimentation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Decent fit</a:t>
                      </a:r>
                    </a:p>
                  </a:txBody>
                  <a:tcPr>
                    <a:solidFill>
                      <a:srgbClr val="1E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1303</Words>
  <Application>Microsoft Macintosh PowerPoint</Application>
  <PresentationFormat>Widescreen</PresentationFormat>
  <Paragraphs>186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Mert Toslali</cp:lastModifiedBy>
  <cp:revision>1</cp:revision>
  <dcterms:created xsi:type="dcterms:W3CDTF">2013-01-27T09:14:16Z</dcterms:created>
  <dcterms:modified xsi:type="dcterms:W3CDTF">2026-03-05T16:09:47Z</dcterms:modified>
  <cp:category/>
</cp:coreProperties>
</file>